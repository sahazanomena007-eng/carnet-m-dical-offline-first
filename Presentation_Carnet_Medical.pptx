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536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0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2E75B6">
              <a:alpha val="22000"/>
            </a:srgbClr>
          </a:solidFill>
          <a:ln w="12700">
            <a:solidFill>
              <a:srgbClr val="2E75B6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"/>
            <a:ext cx="2743200" cy="2743200"/>
          </a:xfrm>
          <a:prstGeom prst="ellipse">
            <a:avLst/>
          </a:prstGeom>
          <a:solidFill>
            <a:srgbClr val="00B0A0">
              <a:alpha val="18000"/>
            </a:srgbClr>
          </a:solidFill>
          <a:ln w="12700">
            <a:solidFill>
              <a:srgbClr val="00B0A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09728" cy="402336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152144"/>
            <a:ext cx="402336" cy="109728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Carnet Médical Numérique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Offline-First  ·  Desktop PyQt5  +  Web React/Vite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926080" cy="36576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2860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RANDRIANANTENAINA Nomena Sahaza  ·  NIE : SI20240010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6883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RAZAFINDRAIBE Fabrice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090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Transversal L2 SIO  ·  2025–2026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1627632" cy="301752"/>
          </a:xfrm>
          <a:prstGeom prst="roundRect">
            <a:avLst>
              <a:gd name="adj" fmla="val 12121"/>
            </a:avLst>
          </a:prstGeom>
          <a:solidFill>
            <a:srgbClr val="2E75B6">
              <a:alpha val="55000"/>
            </a:srgbClr>
          </a:solidFill>
          <a:ln w="10160">
            <a:solidFill>
              <a:srgbClr val="00B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622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Problème &amp; Solution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76272" y="4462272"/>
            <a:ext cx="1627632" cy="301752"/>
          </a:xfrm>
          <a:prstGeom prst="roundRect">
            <a:avLst>
              <a:gd name="adj" fmla="val 12121"/>
            </a:avLst>
          </a:prstGeom>
          <a:solidFill>
            <a:srgbClr val="2E75B6">
              <a:alpha val="55000"/>
            </a:srgbClr>
          </a:solidFill>
          <a:ln w="10160">
            <a:solidFill>
              <a:srgbClr val="00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44622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Objectifs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95344" y="4462272"/>
            <a:ext cx="1627632" cy="301752"/>
          </a:xfrm>
          <a:prstGeom prst="roundRect">
            <a:avLst>
              <a:gd name="adj" fmla="val 12121"/>
            </a:avLst>
          </a:prstGeom>
          <a:solidFill>
            <a:srgbClr val="2E75B6">
              <a:alpha val="55000"/>
            </a:srgbClr>
          </a:solidFill>
          <a:ln w="10160">
            <a:solidFill>
              <a:srgbClr val="00B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44622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Technologies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14416" y="4462272"/>
            <a:ext cx="1627632" cy="301752"/>
          </a:xfrm>
          <a:prstGeom prst="roundRect">
            <a:avLst>
              <a:gd name="adj" fmla="val 12121"/>
            </a:avLst>
          </a:prstGeom>
          <a:solidFill>
            <a:srgbClr val="2E75B6">
              <a:alpha val="55000"/>
            </a:srgbClr>
          </a:solidFill>
          <a:ln w="10160">
            <a:solidFill>
              <a:srgbClr val="00B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4416" y="44622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Résultats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33488" y="4462272"/>
            <a:ext cx="1627632" cy="301752"/>
          </a:xfrm>
          <a:prstGeom prst="roundRect">
            <a:avLst>
              <a:gd name="adj" fmla="val 12121"/>
            </a:avLst>
          </a:prstGeom>
          <a:solidFill>
            <a:srgbClr val="2E75B6">
              <a:alpha val="55000"/>
            </a:srgbClr>
          </a:solidFill>
          <a:ln w="10160">
            <a:solidFill>
              <a:srgbClr val="00B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44622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Conclusion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94360" cy="59436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 &amp; Solution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520440"/>
          </a:xfrm>
          <a:prstGeom prst="rect">
            <a:avLst/>
          </a:prstGeom>
          <a:solidFill>
            <a:srgbClr val="E84A5F">
              <a:alpha val="10000"/>
            </a:srgbClr>
          </a:solidFill>
          <a:ln w="19050">
            <a:solidFill>
              <a:srgbClr val="E84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31920" cy="45720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Problèmes identifiés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médicales fragmentées entre établissements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Carnets papier → pertes d'info &amp; erreurs de traitement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cloud inutilisables sans connexion internet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18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60 % de la population malgache en zone rurale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plateforme adaptée au contexte 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051560"/>
            <a:ext cx="3931920" cy="3520440"/>
          </a:xfrm>
          <a:prstGeom prst="rect">
            <a:avLst/>
          </a:prstGeom>
          <a:solidFill>
            <a:srgbClr val="00B0A0">
              <a:alpha val="12000"/>
            </a:srgbClr>
          </a:solidFill>
          <a:ln w="19050">
            <a:solidFill>
              <a:srgbClr val="00B0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51560"/>
            <a:ext cx="3931920" cy="4572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Solution apportée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Offline-First (SQLite local)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57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différée vers MySQL cloud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double : Desktop PyQt5 + Web React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218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PBKDF2-SHA256 + RBAC 3 rôles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algorithmes avancés pour optimiser les soins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5968" y="2697480"/>
            <a:ext cx="475488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25420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94360" cy="59436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principal : Plateforme médicale Offline-First — opérationnelle sans internet, sécurisée et adaptée au contexte malgache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98424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hors-ligne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au carnet médical sans connexion internet via SQLite embarqué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98424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19933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cloud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vers MySQL (ApsaraDB RDS) dès la reconnexion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98424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199339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2468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PBKDF2-SHA256 (100 000 iter.), RBAC, audit_log intégral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44728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564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d'optimisation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KMP, Glouton, DP pour accélérer recherche, planning et prescriptions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3375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344728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34564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Multi-profils RBAC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0128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rôles distincts : Patient, Médecin, Administrateur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33756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344728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345643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interface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PyQt5 (offline) + Web React/Vite (cloud) — même schéma BDD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94360" cy="59436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64008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 + PyQt5 5.15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desktop multiplateforme, widgets natifs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64008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249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90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 — mode Offline-First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64008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136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PBKDF2-SHA256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sécurisé OWASP — 100 000 itérations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697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005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50876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508760"/>
            <a:ext cx="64008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5361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Vite 5 + TypeScript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190195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performant, typage fort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69748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697480"/>
            <a:ext cx="64008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7249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Drizzle ORM + Hono.js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090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type-safe, API REST légère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388620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3886200"/>
            <a:ext cx="64008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9136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 — ApsaraDB RDS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42793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cloud scalable, sync différée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2697480" cy="41148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005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150876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508760"/>
            <a:ext cx="64008" cy="107899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53619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KMP — O(n+m)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190195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full-text dans l'historique médical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69748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697480"/>
            <a:ext cx="64008" cy="107899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7249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Glouton — O(n log n)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3090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planning par priorité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886200"/>
            <a:ext cx="269748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BDD7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886200"/>
            <a:ext cx="64008" cy="107899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91363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0/1 + AVL + Hash + Heap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63640" y="427939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tri chrono, cache O(1), priorités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solidFill>
            <a:srgbClr val="1F4E79">
              <a:alpha val="90000"/>
            </a:srgb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75488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sync_queue  →  Toute opération offline (INSERT / UPDATE / DELETE) est mise en file JSON et synchronisée vers MySQL dès la reconnexion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94360" cy="59436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Obtenus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29844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implantés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55648" y="1005840"/>
            <a:ext cx="1298448" cy="1143000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55648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91256" y="1005840"/>
            <a:ext cx="129844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91256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RDV sans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298448" cy="114300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KMP vs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naïve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62472" y="1005840"/>
            <a:ext cx="1298448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62472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&lt;2ms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62472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12 400 chars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005840"/>
            <a:ext cx="1298448" cy="1143000"/>
          </a:xfrm>
          <a:prstGeom prst="rect">
            <a:avLst/>
          </a:prstGeom>
          <a:solidFill>
            <a:srgbClr val="5A7A99"/>
          </a:solidFill>
          <a:ln w="12700">
            <a:solidFill>
              <a:srgbClr val="5A7A99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024128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8080" y="1682496"/>
            <a:ext cx="1298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profil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4505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24048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Dashboard Patient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715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PBKDF2, 5 cartes stats, badge prochain RDV, numéro dossier PAT-XXXX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4505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24048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Médecin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2715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LINK-XXXX pour association, création consultations/prescriptions/RDV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2461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3649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33192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KMP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630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O(n+m) — 50 consultations, 15 000 chars en &lt; 2 ms. Gain 92 % vs naïf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461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3649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33192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Glouton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630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RDV : 87 % planifiés sans conflit (vs 23 % sans algo). Tri priorité+heure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1605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42793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42336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DP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médicaments, budget 15 000 Ar → efficacité 87/100 vs 62/100 manuel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160520"/>
            <a:ext cx="4251960" cy="804672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BDD7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4279392"/>
            <a:ext cx="502920" cy="50292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42336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+ Hash + Heap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4068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chrono O(log n), cache profil &lt; 1 ms, top-urgent O(1)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94360" cy="594360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68096"/>
          </a:xfrm>
          <a:prstGeom prst="rect">
            <a:avLst/>
          </a:prstGeom>
          <a:solidFill>
            <a:srgbClr val="FFFFFF">
              <a:alpha val="10000"/>
            </a:srgbClr>
          </a:solidFill>
          <a:ln w="8890">
            <a:solidFill>
              <a:srgbClr val="BDD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530352" cy="530352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4996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Python/PyQt5, React/TypeScript, SQLite/MySQL </a:t>
            </a:r>
            <a:r>
              <a:rPr lang="en-US" sz="110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</a:t>
            </a: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implémentés from scratch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8412480" cy="768096"/>
          </a:xfrm>
          <a:prstGeom prst="rect">
            <a:avLst/>
          </a:prstGeom>
          <a:solidFill>
            <a:srgbClr val="FFFFFF">
              <a:alpha val="10000"/>
            </a:srgbClr>
          </a:solidFill>
          <a:ln w="8890">
            <a:solidFill>
              <a:srgbClr val="BDD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93976"/>
            <a:ext cx="530352" cy="530352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93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07568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aboutie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38658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Offline-First, RBAC, PBKDF2-SHA256, audit_log, synchronisation différée SQLite↔MySQL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8412480" cy="768096"/>
          </a:xfrm>
          <a:prstGeom prst="rect">
            <a:avLst/>
          </a:prstGeom>
          <a:solidFill>
            <a:srgbClr val="FFFFFF">
              <a:alpha val="10000"/>
            </a:srgbClr>
          </a:solidFill>
          <a:ln w="8890">
            <a:solidFill>
              <a:srgbClr val="BDD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80944"/>
            <a:ext cx="530352" cy="530352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80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96265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mesurable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7355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−92 % coût de recherche (KMP) · 87 % RDV sans conflit · cache profil &lt; 1 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8412480" cy="768096"/>
          </a:xfrm>
          <a:prstGeom prst="rect">
            <a:avLst/>
          </a:prstGeom>
          <a:solidFill>
            <a:srgbClr val="FFFFFF">
              <a:alpha val="10000"/>
            </a:srgbClr>
          </a:solidFill>
          <a:ln w="8890">
            <a:solidFill>
              <a:srgbClr val="BDD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67912"/>
            <a:ext cx="530352" cy="530352"/>
          </a:xfrm>
          <a:prstGeom prst="ellipse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84962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auto, téléconsultation WebRTC, IA diagnostique, appli mobile React Native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8412480" cy="420624"/>
          </a:xfrm>
          <a:prstGeom prst="rect">
            <a:avLst/>
          </a:prstGeom>
          <a:solidFill>
            <a:srgbClr val="00B0A0">
              <a:alpha val="82000"/>
            </a:srgbClr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45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Comment garantir l'équité d'accès au numérique de santé pour 60 % de la population rurale malgache 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50932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RANDRIANANTENAINA Nomena Sahaza  ·  L2 SIO 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660</Words>
  <Application>Microsoft Office PowerPoint</Application>
  <PresentationFormat>Affichage à l'écran 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Carnet Médical Numérique</dc:title>
  <dc:subject>PptxGenJS Presentation</dc:subject>
  <dc:creator>PptxGenJS</dc:creator>
  <cp:lastModifiedBy>Sahaza Nomena</cp:lastModifiedBy>
  <cp:revision>4</cp:revision>
  <dcterms:created xsi:type="dcterms:W3CDTF">2026-06-03T11:20:50Z</dcterms:created>
  <dcterms:modified xsi:type="dcterms:W3CDTF">2026-06-03T13:51:20Z</dcterms:modified>
</cp:coreProperties>
</file>